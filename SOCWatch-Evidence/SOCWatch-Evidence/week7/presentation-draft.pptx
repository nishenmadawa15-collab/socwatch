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SOCWatch: a Wazuh SOC monitoring lab proves four detection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end-to-end on AWS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3337560"/>
            <a:ext cx="18288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566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Cyber Security Internship - Individual Project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Name: Nishen Madawa Abedeera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Number: REDACTED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nishenmadawa15@gmail.com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checkpoint review | 24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signal is scattered across every host, so incidents go undetected until someone manually reconstructs them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1127455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visibility: each host keeps its own logs, so an analyst has to SSH or RDP into every machine to see what happened.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hard to produce: reconstructing 'what changed, when, from where' after the fact means stitching together logs by hand.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blend into noise: a single failed login means nothing; a dozen from one IP in ten seconds means something - but only if a system is watching for the pattern.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drawn from the project brief's SOC-analyst workflow requirements (CCA_Cyber_Security_Internship_Project_Brief.pdf).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 must prove four SOC detection capabilities end-to-end, with real evidence, not just working infrastructure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737360"/>
            <a:ext cx="9445752" cy="1737360"/>
          </a:xfrm>
          <a:prstGeom prst="roundRect">
            <a:avLst>
              <a:gd name="adj" fmla="val 4211"/>
            </a:avLst>
          </a:prstGeom>
          <a:solidFill>
            <a:srgbClr val="FFF2C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965960"/>
            <a:ext cx="8897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ingestion | File integrity monitoring | Vulnerability detection | Authentication-failure / brute-force detection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 case must show a real, captured alert - rule ID, evidence, and an explanation of why it matters to an analyst, not just 'it's configured.'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environment: one Wazuh manager (server + indexer + dashboard) and three monitored endpoints (2 Linux, 1 Windows) inside a purpose-built VPC.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manager and three monitored endpoints run inside a single VPC, with agent traffic scoped to the network and admin access via SSH keys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4" name="Image 0" descr="F:/CCA Internship Project/SOCWatch-Evidence/SOCWatch-Evidence/week7/architecture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6949440" cy="43636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8096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680960" y="1920240"/>
            <a:ext cx="4023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443 / 3389 (SSH, dashboard, RDP): open to 0.0.0.0/0 - a deliberate tradeoff after the operator's mobile ISP's carrier-grade NAT made any CIDR restriction unworkable. SSH keys and dashboard/Windows login remain the real access control.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1514 / 1515 (agent traffic): scoped to the VPC CIDR only, unchanged throughout the project.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instances provisioned manually via the AWS Console after local Terraform credentials could not be configured; infra/main.tf is retained as reference IaC.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diagram: week7/architecture-final.png, redrawn with real IPs 2026-09-24.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host's security events reach the manager continuously, with no extra configuration required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event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587752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5877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(wazuh-agent)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118104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1181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1514 -&gt; Manager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648456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6484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-&gt; Rule match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178808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1788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(OpenSearch)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709160"/>
            <a:ext cx="5029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91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41732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PAM/sudo/sshd events flow continuously from both Linux agents - confirmed directly in alerts.log, no setup needed.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Event Log ingestion (Application/Security/System channels) separately verified 2026-09-24: a real windows_application-tagged alert (rule 60642) reached the manager via EventChannel.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screenshots captured 2026-09-26: Threat Hunting event tables for both agents, including live real-world attack traffic (see risk note, next section).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week4/windows-eventlog-ingestion-proof.txt; week5/log-ingestion-linux.png, week5/log-ingestion-windows.png.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monitoring fires a distinct, evidenced alert for every stage of a file's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08760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added to monitored directory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84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FFF2C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modified - diff captured (report_changes="yes")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035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486400" cy="868680"/>
          </a:xfrm>
          <a:prstGeom prst="roundRect">
            <a:avLst>
              <a:gd name="adj" fmla="val 5263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118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703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deleted from monitored directory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087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5087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agent-linux-1: /home/ubuntu/fim-test monitored in realtime mode (Linux inotify); create -&gt; modify -&gt; delete all fired correctly.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550's diff shows the exact line an attacker added - the strongest single piece of evidence in the project, since the file timestamp alone would not reveal this.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catching an attacker modifying /etc/passwd, planting a webshell, or tampering with a binary.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week5/fim-config.md, week5/fim-explanation.md; dashboard screenshots week5/fim-alert-created.png, -modified.png, -deleted.png.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already flags 3,910 real vulnerability findings, without needing to stage a fake CVE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3,910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findings indexed against genuinely unpatched packages on the live agents</a:t>
            </a:r>
            <a:endParaRPr lang="en-US" sz="1600" dirty="0"/>
          </a:p>
        </p:txBody>
      </p:sp>
      <p:pic>
        <p:nvPicPr>
          <p:cNvPr id="6" name="Image 0" descr="F:/CCA Internship Project/SOCWatch-Evidence/SOCWatch-Evidence/week7/charts/chart-vuln-seve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977640"/>
            <a:ext cx="5303520" cy="2357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15087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CVE feed correlates each agent's package inventory (via syscollector) against known-vulnerable ranges, refreshed on a 60-minute interval.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was wiped by the disk-full incident (Sept 22) and successfully re-downloaded - confirmed via "Feed update process completed" in the logs.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includes severity, CVSS score, and the fixed version where one exists - turning 'what's installed' into 'what's exploitable.'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week6/detection-explanations.md; dashboard screenshots week6/vulnerability-cve-list.png, -cve-detail.png.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failed logins from one host trigger a single high-severity correlation alert, not twelve separate pages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08760"/>
            <a:ext cx="3566160" cy="1737360"/>
          </a:xfrm>
          <a:prstGeom prst="roundRect">
            <a:avLst>
              <a:gd name="adj" fmla="val 2632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Non-existent user login attempt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66160" cy="1737360"/>
          </a:xfrm>
          <a:prstGeom prst="roundRect">
            <a:avLst>
              <a:gd name="adj" fmla="val 2632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authentication failed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66160" cy="1737360"/>
          </a:xfrm>
          <a:prstGeom prst="roundRect">
            <a:avLst>
              <a:gd name="adj" fmla="val 2632"/>
            </a:avLst>
          </a:prstGeom>
          <a:solidFill>
            <a:srgbClr val="FFF2C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SSHD brute force - correlated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112745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12 failed SSH logins (wrong password, nonexistent user) from agent-linux-2 against agent-linux-1's private IP.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rule 5710 fired 12 times, and the correlation rule 5712 fired once at level 10, correctly attributing source IP 10.0.11.208.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matters operationally: 5710/5716 alone are noise; 5712 only fires once several arrive from one source inside a time window - that source IP is what would feed a blocklist or active-response rule in production.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week6/rule-ids.md, week6/detection-explanations.md; dashboard screenshots week6/auth-failure-single.png, -bruteforce.png (real internet-sourced attack traffic, not staged).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lab's open admin ports drew genuine internet-sourced brute-force scanning during evidence capture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4" name="Image 0" descr="F:/CCA Internship Project/SOCWatch-Evidence/SOCWatch-Evidence/week7/charts/chart-attack-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2509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463040"/>
            <a:ext cx="3931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staged: these are real unsolicited login attempts against SSH and RDP, captured while logging in to take the Week 3-6 dashboard screenshots (2026-09-26).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admin ports are deliberately 0.0.0.0/0 (Section 9), this is consistent with routine opportunistic internet scanning - and it is exactly the traffic the brute-force use case is designed to catch.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note: narrow the security group or stop the instances once grading/demo is complete, now that evidence capture no longer needs the wide-open rule.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week6/auth-failure-windows-bruteforce.png, week5/log-ingestion-windows.png; rule 60204 "Multiple Windows Logon Failures" (level 10).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incidents - a disk-full outage and an unworkable IP restriction - were diagnosed and resolved within the same session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08760"/>
            <a:ext cx="11274552" cy="1691640"/>
          </a:xfrm>
          <a:prstGeom prst="roundRect">
            <a:avLst>
              <a:gd name="adj" fmla="val 2703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disk fills up, crashing the indexer (2026-09-22)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75688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the vulnerability-feed updater retried a failed download into an already-full disk. Fix: cleared 16GB of stale temp/feed-cache files, restarted services; both agents auto-reconnected within 15s.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1691640"/>
          </a:xfrm>
          <a:prstGeom prst="roundRect">
            <a:avLst>
              <a:gd name="adj" fmla="val 2703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566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Operator's mobile ISP breaks any CIDR-restricted security group rule (2026-09-22/23)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995928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carrier-grade NAT (CGNAT) rotated the operator's public IP across a pool wider than a /21. Fix: widened admin ports to 0.0.0.0/0 as a deliberate tradeoff; SSH keys and dashboard login remain the real access control.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write-ups: troubleshooting-log.md (5 total incident entries, well above the runbook's 2-minimum).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requires closing six specific gaps beyond this lab's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0876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CA-issued TLS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391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self-signed dashboard certificate.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/ VPN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564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dashboard behind a VPN instead of an IP allowlist - supersedes the current 0.0.0.0/0 tradeoff.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34340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topology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8737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manager and indexer; add a second manager node.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50876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retention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0391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alerts to an external SIEM or S3 beyond the indexer's window.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active response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4564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thresholds; document the risk of auto-blocking an admin.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539496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8737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triage context to detection rules.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1-7 are substantively complete; only the Week 8 live demonstration remains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112745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required detection use cases proven with real, captured evidence - not just working infrastructure.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root MFA, and all 3 agents (2 Linux + 1 Windows) confirmed healthy and Active as of 26 September 2026.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incidents diagnosed and resolved, demonstrating the operational process the grading criteria weight at 15%.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required dashboard screenshots plus 3 bonus captures taken 2026-09-26 (Section 2.2). Remaining: only the Week 8 live demonstration, for which a rehearsal script is already written.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53492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Nishen Madawa Abedeera (REDACTED) | nishenmadawa15@gmail.com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questions or feedback?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455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1127455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Documentation. Rule reference (5710, 5712, 550/553/554, 60642) and vulnerability detection. documentation.wazuh.com/current/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AWS. EC2, VPC, Systems Manager Run Command, and IAM documentation. docs.aws.amazon.com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Cyber Security Internship Project Brief (project specification and grading weights).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SOCWatch_Runbook.md - internal week-by-week execution runbook (this project).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SOCWatch-Evidence/troubleshooting-log.md, instance-inventory.md - primary evidence sources cited throughout this deck.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2026-09-27T13:51:27Z</dcterms:created>
  <dcterms:modified xsi:type="dcterms:W3CDTF">2026-09-27T13:51:27Z</dcterms:modified>
</cp:coreProperties>
</file>